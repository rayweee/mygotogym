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65" r:id="rId13"/>
    <p:sldId id="266" r:id="rId14"/>
    <p:sldId id="275" r:id="rId15"/>
    <p:sldId id="276" r:id="rId16"/>
    <p:sldId id="267" r:id="rId17"/>
    <p:sldId id="268" r:id="rId18"/>
    <p:sldId id="277" r:id="rId19"/>
    <p:sldId id="278" r:id="rId20"/>
    <p:sldId id="279" r:id="rId21"/>
    <p:sldId id="269" r:id="rId22"/>
    <p:sldId id="280" r:id="rId23"/>
    <p:sldId id="270" r:id="rId24"/>
    <p:sldId id="271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F9B479-2399-45F8-A707-5531B59488C9}" v="2" dt="2026-10-16T12:14:48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06683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784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1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7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3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6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2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0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32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3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52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58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18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161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86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99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8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"</a:t>
            </a:r>
            <a:r>
              <a:rPr lang="en-US" dirty="0" err="1">
                <a:ea typeface="Calibri"/>
                <a:cs typeface="Calibri"/>
              </a:rPr>
              <a:t>MyGoToGYM</a:t>
            </a:r>
            <a:r>
              <a:rPr lang="en-US" dirty="0">
                <a:ea typeface="Calibri"/>
                <a:cs typeface="Calibri"/>
              </a:rPr>
              <a:t>"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dirty="0" err="1">
                <a:solidFill>
                  <a:schemeClr val="tx1"/>
                </a:solidFill>
              </a:rPr>
              <a:t>Sporta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zāles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grafika</a:t>
            </a:r>
            <a:r>
              <a:rPr dirty="0">
                <a:solidFill>
                  <a:schemeClr val="tx1"/>
                </a:solidFill>
              </a:rPr>
              <a:t> un </a:t>
            </a:r>
            <a:r>
              <a:rPr dirty="0" err="1">
                <a:solidFill>
                  <a:schemeClr val="tx1"/>
                </a:solidFill>
              </a:rPr>
              <a:t>rezervāciju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sistēma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dirty="0" err="1">
                <a:solidFill>
                  <a:schemeClr val="tx1"/>
                </a:solidFill>
              </a:rPr>
              <a:t>Izstrādātājs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Raivis Raivo </a:t>
            </a:r>
            <a:r>
              <a:rPr lang="en-US" dirty="0" err="1">
                <a:solidFill>
                  <a:schemeClr val="tx1"/>
                </a:solidFill>
              </a:rPr>
              <a:t>Ločmelis</a:t>
            </a:r>
            <a:endParaRPr dirty="0" err="1">
              <a:solidFill>
                <a:schemeClr val="tx1"/>
              </a:solidFill>
            </a:endParaRPr>
          </a:p>
          <a:p>
            <a:endParaRPr/>
          </a:p>
        </p:txBody>
      </p:sp>
      <p:pic>
        <p:nvPicPr>
          <p:cNvPr id="4" name="Picture 3" descr="A logo for a gym&#10;&#10;AI-generated content may be incorrect.">
            <a:extLst>
              <a:ext uri="{FF2B5EF4-FFF2-40B4-BE49-F238E27FC236}">
                <a16:creationId xmlns:a16="http://schemas.microsoft.com/office/drawing/2014/main" id="{6E3DEC5F-E24C-0EF1-5B4B-9127220E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513" y="138826"/>
            <a:ext cx="4062973" cy="4062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473383"/>
            <a:ext cx="7704667" cy="1981200"/>
          </a:xfrm>
        </p:spPr>
        <p:txBody>
          <a:bodyPr/>
          <a:lstStyle/>
          <a:p>
            <a:r>
              <a:t>1. Projekta mērķis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008132"/>
            <a:ext cx="7704667" cy="33328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sz="2200" dirty="0"/>
              <a:t>Gym Tracker 2 </a:t>
            </a:r>
            <a:r>
              <a:rPr sz="2200" dirty="0" err="1"/>
              <a:t>ir</a:t>
            </a:r>
            <a:r>
              <a:rPr sz="2200" dirty="0"/>
              <a:t> </a:t>
            </a:r>
            <a:r>
              <a:rPr sz="2200" dirty="0" err="1"/>
              <a:t>tīmekļa</a:t>
            </a:r>
            <a:r>
              <a:rPr sz="2200" dirty="0"/>
              <a:t> </a:t>
            </a:r>
            <a:r>
              <a:rPr sz="2200" dirty="0" err="1"/>
              <a:t>sistēma</a:t>
            </a:r>
            <a:r>
              <a:rPr sz="2200" dirty="0"/>
              <a:t> </a:t>
            </a:r>
            <a:r>
              <a:rPr sz="2200" dirty="0" err="1"/>
              <a:t>sporta</a:t>
            </a:r>
            <a:r>
              <a:rPr sz="2200" dirty="0"/>
              <a:t> </a:t>
            </a:r>
            <a:r>
              <a:rPr sz="2200" dirty="0" err="1"/>
              <a:t>zāles</a:t>
            </a:r>
            <a:r>
              <a:rPr sz="2200" dirty="0"/>
              <a:t> </a:t>
            </a:r>
            <a:r>
              <a:rPr sz="2200" dirty="0" err="1"/>
              <a:t>nodarbību</a:t>
            </a:r>
            <a:r>
              <a:rPr sz="2200" dirty="0"/>
              <a:t> </a:t>
            </a:r>
            <a:r>
              <a:rPr sz="2200" dirty="0" err="1"/>
              <a:t>pārvaldībai</a:t>
            </a:r>
            <a:r>
              <a:rPr sz="2200" dirty="0"/>
              <a:t>, kas </a:t>
            </a:r>
            <a:r>
              <a:rPr sz="2200" dirty="0" err="1"/>
              <a:t>ļauj</a:t>
            </a:r>
            <a:r>
              <a:rPr sz="2200" dirty="0"/>
              <a:t>:</a:t>
            </a:r>
            <a:endParaRPr lang="en-US" sz="2200" dirty="0">
              <a:ea typeface="Calibri"/>
              <a:cs typeface="Calibri"/>
            </a:endParaRPr>
          </a:p>
          <a:p>
            <a:pPr>
              <a:buClr>
                <a:srgbClr val="1287C3"/>
              </a:buClr>
            </a:pPr>
            <a:endParaRPr lang="en-US" sz="2200" dirty="0">
              <a:ea typeface="Calibri"/>
              <a:cs typeface="Calibri"/>
            </a:endParaRPr>
          </a:p>
          <a:p>
            <a:r>
              <a:rPr sz="2200" dirty="0" err="1"/>
              <a:t>Pārskatīt</a:t>
            </a:r>
            <a:r>
              <a:rPr sz="2200" dirty="0"/>
              <a:t> </a:t>
            </a:r>
            <a:r>
              <a:rPr sz="2200" dirty="0" err="1"/>
              <a:t>nodarbību</a:t>
            </a:r>
            <a:r>
              <a:rPr sz="2200" dirty="0"/>
              <a:t> </a:t>
            </a:r>
            <a:r>
              <a:rPr sz="2200" dirty="0" err="1"/>
              <a:t>grafiku</a:t>
            </a:r>
            <a:endParaRPr sz="2200">
              <a:ea typeface="Calibri"/>
              <a:cs typeface="Calibri"/>
            </a:endParaRPr>
          </a:p>
          <a:p>
            <a:r>
              <a:rPr sz="2200" dirty="0"/>
              <a:t>Rezervēt </a:t>
            </a:r>
            <a:r>
              <a:rPr sz="2200" dirty="0" err="1"/>
              <a:t>vietas</a:t>
            </a:r>
            <a:r>
              <a:rPr sz="2200" dirty="0"/>
              <a:t> </a:t>
            </a:r>
            <a:r>
              <a:rPr sz="2200" dirty="0" err="1"/>
              <a:t>nodarbībās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Pārvaldīt</a:t>
            </a:r>
            <a:r>
              <a:rPr sz="2200" dirty="0"/>
              <a:t> </a:t>
            </a:r>
            <a:r>
              <a:rPr sz="2200" dirty="0" err="1"/>
              <a:t>lietotāju</a:t>
            </a:r>
            <a:r>
              <a:rPr sz="2200" dirty="0"/>
              <a:t> </a:t>
            </a:r>
            <a:r>
              <a:rPr sz="2200" dirty="0" err="1"/>
              <a:t>profilus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Administrēt lomas un lietotājus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Eksportēt</a:t>
            </a:r>
            <a:r>
              <a:rPr sz="2200" dirty="0"/>
              <a:t> </a:t>
            </a:r>
            <a:r>
              <a:rPr sz="2200" dirty="0" err="1"/>
              <a:t>dalībnieku</a:t>
            </a:r>
            <a:r>
              <a:rPr sz="2200" dirty="0"/>
              <a:t> </a:t>
            </a:r>
            <a:r>
              <a:rPr sz="2200" dirty="0" err="1"/>
              <a:t>sarakstus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Saņemt e-pastus</a:t>
            </a:r>
            <a:endParaRPr sz="2200"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Sistēma</a:t>
            </a:r>
            <a:r>
              <a:rPr sz="2200" dirty="0"/>
              <a:t> </a:t>
            </a:r>
            <a:r>
              <a:rPr sz="2200" dirty="0" err="1"/>
              <a:t>paredzēta</a:t>
            </a:r>
            <a:r>
              <a:rPr sz="2200" dirty="0"/>
              <a:t> </a:t>
            </a:r>
            <a:r>
              <a:rPr sz="2200" dirty="0" err="1"/>
              <a:t>lietotājiem</a:t>
            </a:r>
            <a:r>
              <a:rPr sz="2200" dirty="0"/>
              <a:t>, </a:t>
            </a:r>
            <a:r>
              <a:rPr sz="2200" dirty="0" err="1"/>
              <a:t>treneriem</a:t>
            </a:r>
            <a:r>
              <a:rPr sz="2200" dirty="0"/>
              <a:t> un </a:t>
            </a:r>
            <a:r>
              <a:rPr sz="2200" dirty="0" err="1"/>
              <a:t>administratoriem</a:t>
            </a:r>
            <a:r>
              <a:rPr sz="2200" dirty="0"/>
              <a:t>.</a:t>
            </a:r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024"/>
            <a:ext cx="7704667" cy="1981200"/>
          </a:xfrm>
        </p:spPr>
        <p:txBody>
          <a:bodyPr/>
          <a:lstStyle/>
          <a:p>
            <a:r>
              <a:t>2. Sistēmas arhitektūra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37566"/>
            <a:ext cx="7704667" cy="333281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Galvenie</a:t>
            </a:r>
            <a:r>
              <a:rPr dirty="0"/>
              <a:t> </a:t>
            </a:r>
            <a:r>
              <a:rPr dirty="0" err="1"/>
              <a:t>slāņi</a:t>
            </a:r>
            <a:r>
              <a:rPr dirty="0"/>
              <a:t>:</a:t>
            </a:r>
            <a:endParaRPr lang="en-US" dirty="0"/>
          </a:p>
          <a:p>
            <a:r>
              <a:rPr dirty="0"/>
              <a:t>1. </a:t>
            </a:r>
            <a:r>
              <a:rPr dirty="0" err="1"/>
              <a:t>Maršrutēšana</a:t>
            </a:r>
            <a:r>
              <a:rPr dirty="0"/>
              <a:t> (Routing)</a:t>
            </a:r>
            <a:endParaRPr dirty="0">
              <a:ea typeface="Calibri"/>
              <a:cs typeface="Calibri"/>
            </a:endParaRPr>
          </a:p>
          <a:p>
            <a:r>
              <a:rPr dirty="0"/>
              <a:t>2. </a:t>
            </a:r>
            <a:r>
              <a:rPr dirty="0" err="1"/>
              <a:t>Autentifikācija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3. </a:t>
            </a:r>
            <a:r>
              <a:rPr dirty="0" err="1"/>
              <a:t>Biznesa</a:t>
            </a:r>
            <a:r>
              <a:rPr dirty="0"/>
              <a:t> </a:t>
            </a:r>
            <a:r>
              <a:rPr dirty="0" err="1"/>
              <a:t>loģika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4. API </a:t>
            </a:r>
            <a:r>
              <a:rPr dirty="0" err="1"/>
              <a:t>slānis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5. Datu </a:t>
            </a:r>
            <a:r>
              <a:rPr dirty="0" err="1"/>
              <a:t>bāze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6. </a:t>
            </a:r>
            <a:r>
              <a:rPr dirty="0" err="1"/>
              <a:t>Administrācijas</a:t>
            </a:r>
            <a:r>
              <a:rPr dirty="0"/>
              <a:t> </a:t>
            </a:r>
            <a:r>
              <a:rPr dirty="0" err="1"/>
              <a:t>panelis</a:t>
            </a:r>
            <a:endParaRPr dirty="0" err="1">
              <a:ea typeface="Calibri"/>
              <a:cs typeface="Calibri"/>
            </a:endParaRPr>
          </a:p>
          <a:p>
            <a:endParaRPr/>
          </a:p>
          <a:p>
            <a:pPr marL="0" indent="0">
              <a:buNone/>
            </a:pPr>
            <a:r>
              <a:rPr dirty="0" err="1"/>
              <a:t>Priekšrocības</a:t>
            </a:r>
            <a:r>
              <a:rPr dirty="0"/>
              <a:t>: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Viegli</a:t>
            </a:r>
            <a:r>
              <a:rPr dirty="0"/>
              <a:t> </a:t>
            </a:r>
            <a:r>
              <a:rPr dirty="0" err="1"/>
              <a:t>uzturama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Modulāra</a:t>
            </a:r>
            <a:r>
              <a:rPr dirty="0"/>
              <a:t> </a:t>
            </a:r>
            <a:r>
              <a:rPr dirty="0" err="1"/>
              <a:t>struktūra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Viegli</a:t>
            </a:r>
            <a:r>
              <a:rPr dirty="0"/>
              <a:t> </a:t>
            </a:r>
            <a:r>
              <a:rPr dirty="0" err="1"/>
              <a:t>paplašināma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69403"/>
            <a:ext cx="7704667" cy="1981200"/>
          </a:xfrm>
        </p:spPr>
        <p:txBody>
          <a:bodyPr/>
          <a:lstStyle/>
          <a:p>
            <a:r>
              <a:t>3. Maršrutēšanas sistēma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71124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200" dirty="0"/>
              <a:t>Galvenie </a:t>
            </a:r>
            <a:r>
              <a:rPr sz="2200" dirty="0" err="1"/>
              <a:t>faili</a:t>
            </a:r>
            <a:r>
              <a:rPr sz="2200" dirty="0"/>
              <a:t>: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• </a:t>
            </a:r>
            <a:r>
              <a:rPr sz="2200" dirty="0" err="1"/>
              <a:t>router.php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• admin/</a:t>
            </a:r>
            <a:r>
              <a:rPr sz="2200" dirty="0" err="1"/>
              <a:t>index.php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/>
              <a:t>• 403.php</a:t>
            </a:r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/>
              <a:t>• 404.php</a:t>
            </a:r>
            <a:endParaRPr sz="2200" dirty="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router.php</a:t>
            </a:r>
            <a:r>
              <a:rPr sz="2200" dirty="0"/>
              <a:t> </a:t>
            </a:r>
            <a:r>
              <a:rPr sz="2200" dirty="0" err="1"/>
              <a:t>darbojas</a:t>
            </a:r>
            <a:r>
              <a:rPr sz="2200" dirty="0"/>
              <a:t> </a:t>
            </a:r>
            <a:r>
              <a:rPr sz="2200" dirty="0" err="1"/>
              <a:t>kā</a:t>
            </a:r>
            <a:r>
              <a:rPr sz="2200" dirty="0"/>
              <a:t> </a:t>
            </a:r>
            <a:r>
              <a:rPr sz="2200" dirty="0" err="1"/>
              <a:t>sistēmas</a:t>
            </a:r>
            <a:r>
              <a:rPr sz="2200" dirty="0"/>
              <a:t> </a:t>
            </a:r>
            <a:r>
              <a:rPr sz="2200" dirty="0" err="1"/>
              <a:t>galvenais</a:t>
            </a:r>
            <a:r>
              <a:rPr sz="2200" dirty="0"/>
              <a:t> </a:t>
            </a:r>
            <a:r>
              <a:rPr sz="2200" dirty="0" err="1"/>
              <a:t>ieejas</a:t>
            </a:r>
            <a:r>
              <a:rPr sz="2200" dirty="0"/>
              <a:t> </a:t>
            </a:r>
            <a:r>
              <a:rPr sz="2200" dirty="0" err="1"/>
              <a:t>punkts</a:t>
            </a:r>
            <a:r>
              <a:rPr sz="2200" dirty="0"/>
              <a:t>.</a:t>
            </a:r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sz="2200" dirty="0"/>
              <a:t>Tas </a:t>
            </a:r>
            <a:r>
              <a:rPr sz="2200" dirty="0" err="1"/>
              <a:t>apstrādā</a:t>
            </a:r>
            <a:r>
              <a:rPr sz="2200" dirty="0"/>
              <a:t> URL </a:t>
            </a:r>
            <a:r>
              <a:rPr sz="2200" dirty="0" err="1"/>
              <a:t>adreses</a:t>
            </a:r>
            <a:r>
              <a:rPr sz="2200" dirty="0"/>
              <a:t>, </a:t>
            </a:r>
            <a:r>
              <a:rPr sz="2200" dirty="0" err="1"/>
              <a:t>nodrošina</a:t>
            </a:r>
            <a:r>
              <a:rPr sz="2200" dirty="0"/>
              <a:t> Clean URL </a:t>
            </a:r>
            <a:r>
              <a:rPr sz="2200" dirty="0" err="1"/>
              <a:t>principu</a:t>
            </a:r>
            <a:r>
              <a:rPr sz="2200" dirty="0"/>
              <a:t>, </a:t>
            </a:r>
            <a:r>
              <a:rPr sz="2200" dirty="0" err="1"/>
              <a:t>bloķē</a:t>
            </a:r>
            <a:r>
              <a:rPr sz="2200" dirty="0"/>
              <a:t> </a:t>
            </a:r>
            <a:r>
              <a:rPr sz="2200" dirty="0" err="1"/>
              <a:t>piekļuvi</a:t>
            </a:r>
            <a:r>
              <a:rPr sz="2200" dirty="0"/>
              <a:t> </a:t>
            </a:r>
            <a:r>
              <a:rPr sz="2200" dirty="0" err="1"/>
              <a:t>sensitīviem</a:t>
            </a:r>
            <a:r>
              <a:rPr sz="2200" dirty="0"/>
              <a:t> </a:t>
            </a:r>
            <a:r>
              <a:rPr sz="2200" dirty="0" err="1"/>
              <a:t>failiem</a:t>
            </a:r>
            <a:r>
              <a:rPr sz="2200" dirty="0"/>
              <a:t> un </a:t>
            </a:r>
            <a:r>
              <a:rPr sz="2200" dirty="0" err="1"/>
              <a:t>kontrolē</a:t>
            </a:r>
            <a:r>
              <a:rPr sz="2200" dirty="0"/>
              <a:t> </a:t>
            </a:r>
            <a:r>
              <a:rPr sz="2200" dirty="0" err="1"/>
              <a:t>administrācijas</a:t>
            </a:r>
            <a:r>
              <a:rPr sz="2200" dirty="0"/>
              <a:t> </a:t>
            </a:r>
            <a:r>
              <a:rPr sz="2200" dirty="0" err="1"/>
              <a:t>piekļuvi</a:t>
            </a:r>
            <a:r>
              <a:rPr sz="2200" dirty="0"/>
              <a:t>.</a:t>
            </a:r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3" y="685800"/>
            <a:ext cx="7514035" cy="1752599"/>
          </a:xfrm>
        </p:spPr>
        <p:txBody>
          <a:bodyPr>
            <a:normAutofit/>
          </a:bodyPr>
          <a:lstStyle/>
          <a:p>
            <a:r>
              <a:t>4. Datu bāzes un konfigurācijas slānis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DB9E56-0939-7EF9-0301-75F2D70C6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16" y="3109129"/>
            <a:ext cx="2969408" cy="23161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2252" y="2666999"/>
            <a:ext cx="4115015" cy="31242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lv-LV" sz="1700" err="1"/>
              <a:t>api</a:t>
            </a:r>
            <a:r>
              <a:rPr lang="lv-LV" sz="1700"/>
              <a:t>/</a:t>
            </a:r>
            <a:r>
              <a:rPr lang="lv-LV" sz="1700" err="1"/>
              <a:t>db.php</a:t>
            </a:r>
            <a:r>
              <a:rPr lang="lv-LV" sz="1700"/>
              <a:t>: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/>
              <a:t>MySQL </a:t>
            </a:r>
            <a:r>
              <a:rPr lang="lv-LV" sz="1700" err="1"/>
              <a:t>savienojuma</a:t>
            </a:r>
            <a:r>
              <a:rPr lang="lv-LV" sz="1700" dirty="0"/>
              <a:t> </a:t>
            </a:r>
            <a:r>
              <a:rPr lang="lv-LV" sz="1700" err="1"/>
              <a:t>izveide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 err="1"/>
              <a:t>Sesiju</a:t>
            </a:r>
            <a:r>
              <a:rPr lang="lv-LV" sz="1700" dirty="0"/>
              <a:t> </a:t>
            </a:r>
            <a:r>
              <a:rPr lang="lv-LV" sz="1700" err="1"/>
              <a:t>inicializācija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 err="1"/>
              <a:t>Bāzes</a:t>
            </a:r>
            <a:r>
              <a:rPr lang="lv-LV" sz="1700" dirty="0"/>
              <a:t> </a:t>
            </a:r>
            <a:r>
              <a:rPr lang="lv-LV" sz="1700" err="1"/>
              <a:t>ceļa</a:t>
            </a:r>
            <a:r>
              <a:rPr lang="lv-LV" sz="1700" dirty="0"/>
              <a:t> </a:t>
            </a:r>
            <a:r>
              <a:rPr lang="lv-LV" sz="1700" err="1"/>
              <a:t>noteikšana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 err="1"/>
              <a:t>Valodu</a:t>
            </a:r>
            <a:r>
              <a:rPr lang="lv-LV" sz="1700" dirty="0"/>
              <a:t> </a:t>
            </a:r>
            <a:r>
              <a:rPr lang="lv-LV" sz="1700" err="1"/>
              <a:t>iestatīšana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 err="1"/>
              <a:t>api</a:t>
            </a:r>
            <a:r>
              <a:rPr lang="lv-LV" sz="1700"/>
              <a:t>/</a:t>
            </a:r>
            <a:r>
              <a:rPr lang="lv-LV" sz="1700" err="1"/>
              <a:t>config.php</a:t>
            </a:r>
            <a:r>
              <a:rPr lang="lv-LV" sz="1700"/>
              <a:t>: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/>
              <a:t>Stripe API </a:t>
            </a:r>
            <a:r>
              <a:rPr lang="lv-LV" sz="1700" err="1"/>
              <a:t>atslēgas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/>
              <a:t>SMTP </a:t>
            </a:r>
            <a:r>
              <a:rPr lang="lv-LV" sz="1700" err="1"/>
              <a:t>servera</a:t>
            </a:r>
            <a:r>
              <a:rPr lang="lv-LV" sz="1700" dirty="0"/>
              <a:t> </a:t>
            </a:r>
            <a:r>
              <a:rPr lang="lv-LV" sz="1700" err="1"/>
              <a:t>iestatījumi</a:t>
            </a:r>
            <a:endParaRPr lang="lv-LV" sz="17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lv-LV" sz="1700" err="1"/>
              <a:t>Sistēmas</a:t>
            </a:r>
            <a:r>
              <a:rPr lang="lv-LV" sz="1700" dirty="0"/>
              <a:t> </a:t>
            </a:r>
            <a:r>
              <a:rPr lang="lv-LV" sz="1700" err="1"/>
              <a:t>konstantes</a:t>
            </a:r>
            <a:endParaRPr lang="lv-LV" sz="170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024"/>
            <a:ext cx="7704667" cy="1981200"/>
          </a:xfrm>
        </p:spPr>
        <p:txBody>
          <a:bodyPr/>
          <a:lstStyle/>
          <a:p>
            <a:r>
              <a:t>5. Sistēmas drošība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88142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200" dirty="0"/>
              <a:t>CSRF </a:t>
            </a:r>
            <a:r>
              <a:rPr sz="2200" dirty="0" err="1"/>
              <a:t>aizsardzība</a:t>
            </a:r>
            <a:r>
              <a:rPr sz="2200" dirty="0"/>
              <a:t> (</a:t>
            </a:r>
            <a:r>
              <a:rPr sz="2200" dirty="0" err="1"/>
              <a:t>api</a:t>
            </a:r>
            <a:r>
              <a:rPr sz="2200" dirty="0"/>
              <a:t>/</a:t>
            </a:r>
            <a:r>
              <a:rPr sz="2200" dirty="0" err="1"/>
              <a:t>csrf.php</a:t>
            </a:r>
            <a:r>
              <a:rPr sz="2200" dirty="0"/>
              <a:t>)</a:t>
            </a:r>
            <a:endParaRPr lang="en-US" sz="2200">
              <a:ea typeface="Calibri"/>
              <a:cs typeface="Calibri"/>
            </a:endParaRPr>
          </a:p>
          <a:p>
            <a:r>
              <a:rPr sz="2200" dirty="0" err="1"/>
              <a:t>random_bytes</a:t>
            </a:r>
            <a:r>
              <a:rPr sz="2200" dirty="0"/>
              <a:t>()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hash_equals</a:t>
            </a:r>
            <a:r>
              <a:rPr sz="2200" dirty="0"/>
              <a:t>()</a:t>
            </a:r>
            <a:endParaRPr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Papildu </a:t>
            </a:r>
            <a:r>
              <a:rPr sz="2200" dirty="0" err="1"/>
              <a:t>drošības</a:t>
            </a:r>
            <a:r>
              <a:rPr sz="2200" dirty="0"/>
              <a:t> </a:t>
            </a:r>
            <a:r>
              <a:rPr sz="2200" dirty="0" err="1"/>
              <a:t>mehānismi</a:t>
            </a:r>
            <a:r>
              <a:rPr sz="2200" dirty="0"/>
              <a:t>: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Paroļu</a:t>
            </a:r>
            <a:r>
              <a:rPr sz="2200" dirty="0"/>
              <a:t> </a:t>
            </a:r>
            <a:r>
              <a:rPr sz="2200" dirty="0" err="1"/>
              <a:t>hashēšana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Sesiju</a:t>
            </a:r>
            <a:r>
              <a:rPr sz="2200" dirty="0"/>
              <a:t> </a:t>
            </a:r>
            <a:r>
              <a:rPr sz="2200" dirty="0" err="1"/>
              <a:t>atjaunošana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Neautorizētas</a:t>
            </a:r>
            <a:r>
              <a:rPr sz="2200" dirty="0"/>
              <a:t> </a:t>
            </a:r>
            <a:r>
              <a:rPr sz="2200" dirty="0" err="1"/>
              <a:t>piekļuves</a:t>
            </a:r>
            <a:r>
              <a:rPr sz="2200" dirty="0"/>
              <a:t> </a:t>
            </a:r>
            <a:r>
              <a:rPr sz="2200" dirty="0" err="1"/>
              <a:t>bloķēšana</a:t>
            </a:r>
            <a:endParaRPr sz="2200">
              <a:ea typeface="Calibri"/>
              <a:cs typeface="Calibri"/>
            </a:endParaRPr>
          </a:p>
          <a:p>
            <a:r>
              <a:rPr sz="2200" dirty="0"/>
              <a:t>Brute-force </a:t>
            </a:r>
            <a:r>
              <a:rPr sz="2200" dirty="0" err="1"/>
              <a:t>aizsardzība</a:t>
            </a:r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1082"/>
            <a:ext cx="7704667" cy="1981200"/>
          </a:xfrm>
        </p:spPr>
        <p:txBody>
          <a:bodyPr/>
          <a:lstStyle/>
          <a:p>
            <a:r>
              <a:t>6. Daudzvalodu atbalsts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16186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200" dirty="0"/>
              <a:t>Fails: </a:t>
            </a:r>
            <a:r>
              <a:rPr sz="2200" dirty="0" err="1"/>
              <a:t>api</a:t>
            </a:r>
            <a:r>
              <a:rPr sz="2200" dirty="0"/>
              <a:t>/</a:t>
            </a:r>
            <a:r>
              <a:rPr sz="2200" dirty="0" err="1"/>
              <a:t>lang.php</a:t>
            </a:r>
            <a:endParaRPr lang="en-US"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Atbalstītās</a:t>
            </a:r>
            <a:r>
              <a:rPr sz="2200" dirty="0"/>
              <a:t> </a:t>
            </a:r>
            <a:r>
              <a:rPr sz="2200" dirty="0" err="1"/>
              <a:t>valodas</a:t>
            </a:r>
            <a:r>
              <a:rPr sz="2200" dirty="0"/>
              <a:t>: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Latviešu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Angļu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Krievu</a:t>
            </a:r>
            <a:endParaRPr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Visi </a:t>
            </a:r>
            <a:r>
              <a:rPr sz="2200" dirty="0" err="1"/>
              <a:t>sistēmas</a:t>
            </a:r>
            <a:r>
              <a:rPr sz="2200" dirty="0"/>
              <a:t> </a:t>
            </a:r>
            <a:r>
              <a:rPr sz="2200" dirty="0" err="1"/>
              <a:t>teksti</a:t>
            </a:r>
            <a:r>
              <a:rPr sz="2200" dirty="0"/>
              <a:t> </a:t>
            </a:r>
            <a:r>
              <a:rPr sz="2200" dirty="0" err="1"/>
              <a:t>tiek</a:t>
            </a:r>
            <a:r>
              <a:rPr sz="2200" dirty="0"/>
              <a:t> </a:t>
            </a:r>
            <a:r>
              <a:rPr sz="2200" dirty="0" err="1"/>
              <a:t>glabāti</a:t>
            </a:r>
            <a:r>
              <a:rPr sz="2200" dirty="0"/>
              <a:t> </a:t>
            </a:r>
            <a:r>
              <a:rPr sz="2200" dirty="0" err="1"/>
              <a:t>vienotā</a:t>
            </a:r>
            <a:r>
              <a:rPr sz="2200" dirty="0"/>
              <a:t> </a:t>
            </a:r>
            <a:r>
              <a:rPr sz="2200" dirty="0" err="1"/>
              <a:t>vārdnīcā</a:t>
            </a:r>
            <a:r>
              <a:rPr sz="2200" dirty="0"/>
              <a:t>.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DA1CFB-36A2-7559-BC86-F76FDD55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67" y="1824332"/>
            <a:ext cx="2847975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1082"/>
            <a:ext cx="7704667" cy="1981200"/>
          </a:xfrm>
        </p:spPr>
        <p:txBody>
          <a:bodyPr/>
          <a:lstStyle/>
          <a:p>
            <a:r>
              <a:t>7. Lietotāju autentifikācija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4204" y="1159859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200" dirty="0" err="1"/>
              <a:t>Reģistrācija</a:t>
            </a:r>
            <a:r>
              <a:rPr sz="2200" dirty="0"/>
              <a:t> (</a:t>
            </a:r>
            <a:r>
              <a:rPr sz="2200" dirty="0" err="1"/>
              <a:t>register.php</a:t>
            </a:r>
            <a:r>
              <a:rPr sz="2200" dirty="0"/>
              <a:t>):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1. </a:t>
            </a:r>
            <a:r>
              <a:rPr sz="2200" dirty="0" err="1"/>
              <a:t>Lietotājs</a:t>
            </a:r>
            <a:r>
              <a:rPr sz="2200" dirty="0"/>
              <a:t> </a:t>
            </a:r>
            <a:r>
              <a:rPr sz="2200" dirty="0" err="1"/>
              <a:t>aizpilda</a:t>
            </a:r>
            <a:r>
              <a:rPr sz="2200" dirty="0"/>
              <a:t> </a:t>
            </a:r>
            <a:r>
              <a:rPr sz="2200" dirty="0" err="1"/>
              <a:t>formu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2. Paroles </a:t>
            </a:r>
            <a:r>
              <a:rPr sz="2200" dirty="0" err="1"/>
              <a:t>sarežģītības</a:t>
            </a:r>
            <a:r>
              <a:rPr sz="2200" dirty="0"/>
              <a:t> </a:t>
            </a:r>
            <a:r>
              <a:rPr sz="2200" dirty="0" err="1"/>
              <a:t>pārbaude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3. Paroles </a:t>
            </a:r>
            <a:r>
              <a:rPr sz="2200" dirty="0" err="1"/>
              <a:t>hashēšana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4. </a:t>
            </a:r>
            <a:r>
              <a:rPr sz="2200" dirty="0" err="1"/>
              <a:t>Verifikācijas</a:t>
            </a:r>
            <a:r>
              <a:rPr sz="2200" dirty="0"/>
              <a:t> </a:t>
            </a:r>
            <a:r>
              <a:rPr sz="2200" dirty="0" err="1"/>
              <a:t>tokena</a:t>
            </a:r>
            <a:r>
              <a:rPr sz="2200" dirty="0"/>
              <a:t> </a:t>
            </a:r>
            <a:r>
              <a:rPr sz="2200" dirty="0" err="1"/>
              <a:t>ģenerēšana</a:t>
            </a:r>
            <a:endParaRPr sz="2200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5. </a:t>
            </a:r>
            <a:r>
              <a:rPr sz="2200" dirty="0" err="1"/>
              <a:t>Apstiprinājuma</a:t>
            </a:r>
            <a:r>
              <a:rPr sz="2200" dirty="0"/>
              <a:t> e-pasts</a:t>
            </a:r>
            <a:endParaRPr sz="2200" dirty="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Pieteikšanās</a:t>
            </a:r>
            <a:r>
              <a:rPr sz="2200" dirty="0"/>
              <a:t> (</a:t>
            </a:r>
            <a:r>
              <a:rPr sz="2200" dirty="0" err="1"/>
              <a:t>login.php</a:t>
            </a:r>
            <a:r>
              <a:rPr sz="2200" dirty="0"/>
              <a:t>):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Paroles </a:t>
            </a:r>
            <a:r>
              <a:rPr sz="2200" dirty="0" err="1"/>
              <a:t>pārbaude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/>
              <a:t>Brute-force </a:t>
            </a:r>
            <a:r>
              <a:rPr sz="2200" dirty="0" err="1"/>
              <a:t>aizsardzība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Drošas</a:t>
            </a:r>
            <a:r>
              <a:rPr sz="2200" dirty="0"/>
              <a:t> </a:t>
            </a:r>
            <a:r>
              <a:rPr sz="2200" dirty="0" err="1"/>
              <a:t>sesijas</a:t>
            </a:r>
            <a:endParaRPr sz="2200" dirty="0" err="1">
              <a:ea typeface="Calibri"/>
              <a:cs typeface="Calibri"/>
            </a:endParaRPr>
          </a:p>
        </p:txBody>
      </p:sp>
      <p:pic>
        <p:nvPicPr>
          <p:cNvPr id="5" name="Picture 4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914B6A5B-BD81-FB59-E085-8B4E5557A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229" y="1264380"/>
            <a:ext cx="3295828" cy="432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6C5F458-F0B9-4584-B7A3-BA39F9E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EF5CE756-E024-433C-98E3-931095C81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D7F81-EC0F-4E8E-8D3F-BCBF50359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DEF7606-46AD-4ECA-8815-33A3217D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778C7720-6627-4BE3-9174-54CD26E72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D25C4CC-C750-4C0A-ADB5-CFA9FFAE5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D6834B30-F11B-40AA-A8C8-0EF0710DB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B83FFD-FD63-FDD8-7FB4-3D487CBB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461" y="267413"/>
            <a:ext cx="3733727" cy="2616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dirty="0"/>
              <a:t>7.1 </a:t>
            </a:r>
            <a:r>
              <a:rPr lang="en-US" sz="4200" dirty="0" err="1"/>
              <a:t>Reģistrēšanas</a:t>
            </a:r>
            <a:r>
              <a:rPr lang="en-US" sz="4200" dirty="0"/>
              <a:t> un e-pasta </a:t>
            </a:r>
            <a:r>
              <a:rPr lang="en-US" sz="4200" dirty="0" err="1"/>
              <a:t>verifikācija</a:t>
            </a:r>
          </a:p>
        </p:txBody>
      </p:sp>
      <p:pic>
        <p:nvPicPr>
          <p:cNvPr id="6" name="Picture 5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8824CD30-EB4A-1249-FE46-BB3DC2879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904" y="159763"/>
            <a:ext cx="2572250" cy="384511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84089-C9DA-6A4E-7325-DEE66F7A3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61214" y="4113530"/>
            <a:ext cx="7301911" cy="24530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09296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DB5B-C8D4-F6D9-0C21-B2604C5B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87" y="1357440"/>
            <a:ext cx="7704667" cy="1981200"/>
          </a:xfrm>
        </p:spPr>
        <p:txBody>
          <a:bodyPr/>
          <a:lstStyle/>
          <a:p>
            <a:r>
              <a:rPr lang="en-US" dirty="0"/>
              <a:t>7.2 </a:t>
            </a:r>
            <a:br>
              <a:rPr lang="en-US" dirty="0"/>
            </a:br>
            <a:r>
              <a:rPr lang="en-US" dirty="0" err="1"/>
              <a:t>Aizmirsi</a:t>
            </a:r>
            <a:r>
              <a:rPr lang="en-US" dirty="0"/>
              <a:t> </a:t>
            </a:r>
            <a:r>
              <a:rPr lang="en-US" dirty="0" err="1"/>
              <a:t>paroli</a:t>
            </a:r>
            <a:r>
              <a:rPr lang="en-US" dirty="0"/>
              <a:t>?</a:t>
            </a:r>
          </a:p>
        </p:txBody>
      </p:sp>
      <p:pic>
        <p:nvPicPr>
          <p:cNvPr id="4" name="Content Placeholder 3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A9A65FA8-1AA5-6EF6-446C-14A9BDE38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9317" y="1089054"/>
            <a:ext cx="2267601" cy="3120399"/>
          </a:xfrm>
          <a:prstGeom prst="rect">
            <a:avLst/>
          </a:prstGeom>
        </p:spPr>
      </p:pic>
      <p:pic>
        <p:nvPicPr>
          <p:cNvPr id="5" name="Picture 4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81ADE582-BD36-8584-6500-EAA7CDE4A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89" y="1091034"/>
            <a:ext cx="2187803" cy="3118218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EDCDF7B-BA7D-C412-60E8-193FB50EA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07" y="4535619"/>
            <a:ext cx="8658477" cy="21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81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42" y="-271082"/>
            <a:ext cx="7704667" cy="1981200"/>
          </a:xfrm>
        </p:spPr>
        <p:txBody>
          <a:bodyPr/>
          <a:lstStyle/>
          <a:p>
            <a:r>
              <a:t>8. E-pasta verifikācija un paroles atjaunošana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938" y="1331815"/>
            <a:ext cx="7704667" cy="29181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sz="1800" dirty="0" err="1"/>
              <a:t>verfy_email.php</a:t>
            </a:r>
            <a:r>
              <a:rPr sz="1800" dirty="0"/>
              <a:t>:</a:t>
            </a:r>
            <a:endParaRPr lang="en-US" sz="1800">
              <a:ea typeface="Calibri"/>
              <a:cs typeface="Calibri"/>
            </a:endParaRPr>
          </a:p>
          <a:p>
            <a:r>
              <a:rPr sz="1800" dirty="0" err="1"/>
              <a:t>Pārbauda</a:t>
            </a:r>
            <a:r>
              <a:rPr sz="1800" dirty="0"/>
              <a:t> </a:t>
            </a:r>
            <a:r>
              <a:rPr sz="1800" dirty="0" err="1"/>
              <a:t>tokenu</a:t>
            </a:r>
            <a:endParaRPr sz="1800" dirty="0">
              <a:ea typeface="Calibri"/>
              <a:cs typeface="Calibri"/>
            </a:endParaRPr>
          </a:p>
          <a:p>
            <a:r>
              <a:rPr sz="1800" dirty="0" err="1"/>
              <a:t>Aktivizē</a:t>
            </a:r>
            <a:r>
              <a:rPr sz="1800" dirty="0"/>
              <a:t> </a:t>
            </a:r>
            <a:r>
              <a:rPr sz="1800" dirty="0" err="1"/>
              <a:t>kontu</a:t>
            </a:r>
            <a:endParaRPr sz="1800" dirty="0">
              <a:ea typeface="Calibri"/>
              <a:cs typeface="Calibri"/>
            </a:endParaRPr>
          </a:p>
          <a:p>
            <a:endParaRPr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1800" dirty="0" err="1"/>
              <a:t>forgot_password.php</a:t>
            </a:r>
            <a:r>
              <a:rPr sz="1800" dirty="0"/>
              <a:t>:</a:t>
            </a:r>
            <a:endParaRPr sz="1800" dirty="0">
              <a:ea typeface="Calibri"/>
              <a:cs typeface="Calibri"/>
            </a:endParaRPr>
          </a:p>
          <a:p>
            <a:r>
              <a:rPr sz="1800" dirty="0" err="1"/>
              <a:t>Droša</a:t>
            </a:r>
            <a:r>
              <a:rPr sz="1800" dirty="0"/>
              <a:t> </a:t>
            </a:r>
            <a:r>
              <a:rPr sz="1800" dirty="0" err="1"/>
              <a:t>tokena</a:t>
            </a:r>
            <a:r>
              <a:rPr sz="1800" dirty="0"/>
              <a:t> </a:t>
            </a:r>
            <a:r>
              <a:rPr sz="1800" dirty="0" err="1"/>
              <a:t>ģenerēšana</a:t>
            </a:r>
            <a:endParaRPr sz="1800" dirty="0">
              <a:ea typeface="Calibri"/>
              <a:cs typeface="Calibri"/>
            </a:endParaRPr>
          </a:p>
          <a:p>
            <a:r>
              <a:rPr sz="1800" dirty="0"/>
              <a:t>1 </a:t>
            </a:r>
            <a:r>
              <a:rPr sz="1800" dirty="0" err="1"/>
              <a:t>stundas</a:t>
            </a:r>
            <a:r>
              <a:rPr sz="1800" dirty="0"/>
              <a:t> </a:t>
            </a:r>
            <a:r>
              <a:rPr sz="1800" dirty="0" err="1"/>
              <a:t>derīguma</a:t>
            </a:r>
            <a:r>
              <a:rPr sz="1800" dirty="0"/>
              <a:t> </a:t>
            </a:r>
            <a:r>
              <a:rPr sz="1800" dirty="0" err="1"/>
              <a:t>termiņš</a:t>
            </a:r>
            <a:endParaRPr sz="1800" dirty="0">
              <a:ea typeface="Calibri"/>
              <a:cs typeface="Calibri"/>
            </a:endParaRPr>
          </a:p>
          <a:p>
            <a:endParaRPr sz="1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1800" dirty="0" err="1"/>
              <a:t>reset_password.php</a:t>
            </a:r>
            <a:r>
              <a:rPr sz="1800" dirty="0"/>
              <a:t>:</a:t>
            </a:r>
            <a:endParaRPr sz="1800" dirty="0">
              <a:ea typeface="Calibri"/>
              <a:cs typeface="Calibri"/>
            </a:endParaRPr>
          </a:p>
          <a:p>
            <a:r>
              <a:rPr sz="1800" dirty="0" err="1"/>
              <a:t>Tokena</a:t>
            </a:r>
            <a:r>
              <a:rPr sz="1800" dirty="0"/>
              <a:t> </a:t>
            </a:r>
            <a:r>
              <a:rPr sz="1800" dirty="0" err="1"/>
              <a:t>pārbaude</a:t>
            </a:r>
            <a:endParaRPr sz="1800" dirty="0">
              <a:ea typeface="Calibri"/>
              <a:cs typeface="Calibri"/>
            </a:endParaRPr>
          </a:p>
          <a:p>
            <a:r>
              <a:rPr sz="1800" dirty="0"/>
              <a:t>Paroles </a:t>
            </a:r>
            <a:r>
              <a:rPr sz="1800" dirty="0" err="1"/>
              <a:t>maiņa</a:t>
            </a:r>
            <a:endParaRPr sz="1800" dirty="0">
              <a:ea typeface="Calibri"/>
              <a:cs typeface="Calibri"/>
            </a:endParaRPr>
          </a:p>
          <a:p>
            <a:r>
              <a:rPr sz="1800" dirty="0" err="1"/>
              <a:t>Tokena</a:t>
            </a:r>
            <a:r>
              <a:rPr sz="1800" dirty="0"/>
              <a:t> </a:t>
            </a:r>
            <a:r>
              <a:rPr sz="1800" dirty="0" err="1"/>
              <a:t>dzēšana</a:t>
            </a:r>
            <a:r>
              <a:rPr sz="1800" dirty="0"/>
              <a:t> </a:t>
            </a:r>
            <a:r>
              <a:rPr sz="1800" dirty="0" err="1"/>
              <a:t>pēc</a:t>
            </a:r>
            <a:r>
              <a:rPr sz="1800" dirty="0"/>
              <a:t> </a:t>
            </a:r>
            <a:r>
              <a:rPr sz="1800" dirty="0" err="1"/>
              <a:t>izmantošanas</a:t>
            </a:r>
            <a:endParaRPr sz="18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1082"/>
            <a:ext cx="7704667" cy="1981200"/>
          </a:xfrm>
        </p:spPr>
        <p:txBody>
          <a:bodyPr/>
          <a:lstStyle/>
          <a:p>
            <a:r>
              <a:t>9. E-pastu serviss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16186"/>
            <a:ext cx="7704667" cy="363626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sz="2200" dirty="0" err="1"/>
              <a:t>api</a:t>
            </a:r>
            <a:r>
              <a:rPr sz="2200" dirty="0"/>
              <a:t>/</a:t>
            </a:r>
            <a:r>
              <a:rPr sz="2200" dirty="0" err="1"/>
              <a:t>Mailer.php</a:t>
            </a:r>
            <a:endParaRPr lang="en-US"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r>
              <a:rPr sz="2200" dirty="0" err="1"/>
              <a:t>Izmantotā</a:t>
            </a:r>
            <a:r>
              <a:rPr sz="2200" dirty="0"/>
              <a:t> </a:t>
            </a:r>
            <a:r>
              <a:rPr sz="2200" dirty="0" err="1"/>
              <a:t>bibliotēka</a:t>
            </a:r>
            <a:r>
              <a:rPr sz="2200" dirty="0"/>
              <a:t>: </a:t>
            </a:r>
            <a:r>
              <a:rPr sz="2200" dirty="0" err="1"/>
              <a:t>PHPMailer</a:t>
            </a:r>
            <a:endParaRPr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Funkcijas</a:t>
            </a:r>
            <a:r>
              <a:rPr sz="2200" dirty="0"/>
              <a:t>:</a:t>
            </a:r>
            <a:endParaRPr sz="2200">
              <a:ea typeface="Calibri"/>
              <a:cs typeface="Calibri"/>
            </a:endParaRPr>
          </a:p>
          <a:p>
            <a:r>
              <a:rPr sz="2200" dirty="0"/>
              <a:t>Konta </a:t>
            </a:r>
            <a:r>
              <a:rPr sz="2200" dirty="0" err="1"/>
              <a:t>aktivizācijas</a:t>
            </a:r>
            <a:r>
              <a:rPr sz="2200" dirty="0"/>
              <a:t> e-</a:t>
            </a:r>
            <a:r>
              <a:rPr sz="2200" dirty="0" err="1"/>
              <a:t>pasti</a:t>
            </a:r>
            <a:endParaRPr sz="2200">
              <a:ea typeface="Calibri"/>
              <a:cs typeface="Calibri"/>
            </a:endParaRPr>
          </a:p>
          <a:p>
            <a:r>
              <a:rPr sz="2200" dirty="0"/>
              <a:t>Paroles </a:t>
            </a:r>
            <a:r>
              <a:rPr sz="2200" dirty="0" err="1"/>
              <a:t>atjaunošanas</a:t>
            </a:r>
            <a:r>
              <a:rPr sz="2200" dirty="0"/>
              <a:t> e-</a:t>
            </a:r>
            <a:r>
              <a:rPr sz="2200" dirty="0" err="1"/>
              <a:t>pasti</a:t>
            </a:r>
            <a:endParaRPr sz="2200">
              <a:ea typeface="Calibri"/>
              <a:cs typeface="Calibri"/>
            </a:endParaRPr>
          </a:p>
          <a:p>
            <a:r>
              <a:rPr sz="2200" dirty="0" err="1"/>
              <a:t>Daudzvalodu</a:t>
            </a:r>
            <a:r>
              <a:rPr sz="2200" dirty="0"/>
              <a:t> </a:t>
            </a:r>
            <a:r>
              <a:rPr sz="2200" dirty="0" err="1"/>
              <a:t>atbalsts</a:t>
            </a:r>
            <a:endParaRPr sz="220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Visa e-</a:t>
            </a:r>
            <a:r>
              <a:rPr sz="2200" dirty="0" err="1"/>
              <a:t>pastu</a:t>
            </a:r>
            <a:r>
              <a:rPr sz="2200" dirty="0"/>
              <a:t> </a:t>
            </a:r>
            <a:r>
              <a:rPr sz="2200" dirty="0" err="1"/>
              <a:t>loģika</a:t>
            </a:r>
            <a:r>
              <a:rPr sz="2200" dirty="0"/>
              <a:t> </a:t>
            </a:r>
            <a:r>
              <a:rPr sz="2200" dirty="0" err="1"/>
              <a:t>centralizēta</a:t>
            </a:r>
            <a:r>
              <a:rPr sz="2200" dirty="0"/>
              <a:t> </a:t>
            </a:r>
            <a:r>
              <a:rPr sz="2200" dirty="0" err="1"/>
              <a:t>vienā</a:t>
            </a:r>
            <a:r>
              <a:rPr sz="2200" dirty="0"/>
              <a:t> </a:t>
            </a:r>
            <a:r>
              <a:rPr sz="2200" dirty="0" err="1"/>
              <a:t>klasē</a:t>
            </a:r>
            <a:r>
              <a:rPr sz="2200" dirty="0"/>
              <a:t>.</a:t>
            </a:r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024"/>
            <a:ext cx="7704667" cy="1981200"/>
          </a:xfrm>
        </p:spPr>
        <p:txBody>
          <a:bodyPr/>
          <a:lstStyle/>
          <a:p>
            <a:r>
              <a:t>10. Nodarbību pārvaldība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16186"/>
            <a:ext cx="7704667" cy="333281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sz="2200" dirty="0" err="1"/>
              <a:t>Faili</a:t>
            </a:r>
            <a:r>
              <a:rPr sz="2200" dirty="0"/>
              <a:t>:</a:t>
            </a:r>
            <a:endParaRPr lang="en-US" sz="2200" dirty="0">
              <a:ea typeface="Calibri"/>
              <a:cs typeface="Calibri"/>
            </a:endParaRPr>
          </a:p>
          <a:p>
            <a:r>
              <a:rPr sz="2200" dirty="0" err="1"/>
              <a:t>api/save_class.php</a:t>
            </a:r>
            <a:endParaRPr sz="2200" dirty="0" err="1">
              <a:ea typeface="Calibri"/>
              <a:cs typeface="Calibri"/>
            </a:endParaRPr>
          </a:p>
          <a:p>
            <a:r>
              <a:rPr lang="en-US" sz="2200" dirty="0"/>
              <a:t> </a:t>
            </a:r>
            <a:r>
              <a:rPr lang="en-US" sz="2200" dirty="0" err="1"/>
              <a:t>api/delete_class.php</a:t>
            </a:r>
            <a:endParaRPr lang="en-US" sz="2200" dirty="0">
              <a:ea typeface="Calibri"/>
              <a:cs typeface="Calibri"/>
            </a:endParaRPr>
          </a:p>
          <a:p>
            <a:r>
              <a:rPr sz="2200" dirty="0" err="1"/>
              <a:t>api/cancel_reservation.php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api/get_participants.php</a:t>
            </a:r>
            <a:endParaRPr sz="2200" dirty="0" err="1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Treneri pārvalda savas, administratori – visas nodarbības.</a:t>
            </a:r>
            <a:endParaRPr sz="220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Sistēma </a:t>
            </a:r>
            <a:r>
              <a:rPr sz="2200" dirty="0" err="1"/>
              <a:t>neļauj</a:t>
            </a:r>
            <a:r>
              <a:rPr sz="2200" dirty="0"/>
              <a:t> </a:t>
            </a:r>
            <a:r>
              <a:rPr sz="2200" dirty="0" err="1"/>
              <a:t>veidot</a:t>
            </a:r>
            <a:r>
              <a:rPr sz="2200" dirty="0"/>
              <a:t> </a:t>
            </a:r>
            <a:r>
              <a:rPr sz="2200" dirty="0" err="1"/>
              <a:t>nodarbības</a:t>
            </a:r>
            <a:r>
              <a:rPr sz="2200" dirty="0"/>
              <a:t> </a:t>
            </a:r>
            <a:r>
              <a:rPr sz="2200" dirty="0" err="1"/>
              <a:t>Latvijas</a:t>
            </a:r>
            <a:r>
              <a:rPr sz="2200" dirty="0"/>
              <a:t> </a:t>
            </a:r>
            <a:r>
              <a:rPr sz="2200" dirty="0" err="1"/>
              <a:t>valsts</a:t>
            </a:r>
            <a:r>
              <a:rPr sz="2200" dirty="0"/>
              <a:t> </a:t>
            </a:r>
            <a:r>
              <a:rPr sz="2200" dirty="0" err="1"/>
              <a:t>svētku</a:t>
            </a:r>
            <a:r>
              <a:rPr lang="en-US" sz="2200" dirty="0"/>
              <a:t> un </a:t>
            </a:r>
            <a:r>
              <a:rPr lang="en-US" sz="2200" dirty="0" err="1"/>
              <a:t>svētku</a:t>
            </a:r>
            <a:r>
              <a:rPr sz="2200" dirty="0"/>
              <a:t> </a:t>
            </a:r>
            <a:r>
              <a:rPr sz="2200" dirty="0" err="1"/>
              <a:t>dienās</a:t>
            </a:r>
            <a:r>
              <a:rPr sz="2200" dirty="0"/>
              <a:t>.</a:t>
            </a:r>
            <a:endParaRPr sz="2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F94D66-27EC-4CB8-8226-D7F41C161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576" y="-4763"/>
            <a:ext cx="3761187" cy="6862763"/>
            <a:chOff x="2928938" y="-4763"/>
            <a:chExt cx="5014912" cy="68627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A53964C-7D93-4C48-A4A6-C4C2C393C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C944EEC-539E-4389-8785-58E65D04E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836EB7E-895C-4D68-B92E-312B371CB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F29242B-8CE7-4636-B326-4BEE42EB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D0B8E9A-7727-4AD9-974E-8815F0B2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CD6C65C-71BE-4549-926A-1C1135FD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71A945-ED73-5A2E-F668-71DBB3DD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49" y="4625788"/>
            <a:ext cx="5560217" cy="8352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 algn="r">
              <a:lnSpc>
                <a:spcPct val="90000"/>
              </a:lnSpc>
              <a:spcAft>
                <a:spcPts val="600"/>
              </a:spcAft>
            </a:pPr>
            <a:r>
              <a:rPr lang="en-US" sz="2900"/>
              <a:t>save_class.php, delete_class.php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1D1BB8-03B0-FAE7-E934-5AAD87A90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5255" r="10944" b="2"/>
          <a:stretch>
            <a:fillRect/>
          </a:stretch>
        </p:blipFill>
        <p:spPr>
          <a:xfrm>
            <a:off x="2975882" y="608014"/>
            <a:ext cx="5615666" cy="37284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5535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EC22-DF3A-1E83-FDFD-0D05AA85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 algn="l">
              <a:spcBef>
                <a:spcPct val="20000"/>
              </a:spcBef>
              <a:spcAft>
                <a:spcPts val="600"/>
              </a:spcAft>
            </a:pPr>
            <a:r>
              <a:rPr lang="en-US" sz="2000" dirty="0" err="1"/>
              <a:t>cancel_reservation.php</a:t>
            </a:r>
            <a:r>
              <a:rPr lang="en-US" sz="2000" dirty="0"/>
              <a:t>, </a:t>
            </a:r>
            <a:r>
              <a:rPr lang="en-US" sz="2000" dirty="0" err="1"/>
              <a:t>get_participants.php</a:t>
            </a:r>
            <a:endParaRPr lang="en-US" dirty="0" err="1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E2E461-CBEC-D3CE-D56F-1A0B8DBE6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042" y="2667000"/>
            <a:ext cx="6778849" cy="333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6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78896"/>
            <a:ext cx="7704667" cy="1981200"/>
          </a:xfrm>
        </p:spPr>
        <p:txBody>
          <a:bodyPr/>
          <a:lstStyle/>
          <a:p>
            <a:r>
              <a:t>11. SSE galapunkts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08372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200"/>
              <a:t>Server-Sent Events (SSE)</a:t>
            </a:r>
            <a:endParaRPr lang="en-US"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Fails: admin/</a:t>
            </a:r>
            <a:r>
              <a:rPr sz="2200" dirty="0" err="1"/>
              <a:t>classes_sse.php</a:t>
            </a:r>
            <a:endParaRPr sz="2200" dirty="0" err="1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Galapunkts izveidots; kalendāra klients nav pieslēgts</a:t>
            </a:r>
            <a:endParaRPr sz="2200" dirty="0" err="1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/>
              <a:t>Ierobežojumi: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Kalendārs SSE neizmanto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Automātiski atjauninājumi nenotiek</a:t>
            </a:r>
            <a:endParaRPr sz="22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1082"/>
            <a:ext cx="7704667" cy="1981200"/>
          </a:xfrm>
        </p:spPr>
        <p:txBody>
          <a:bodyPr/>
          <a:lstStyle/>
          <a:p>
            <a:r>
              <a:t>12. Administrācijas panelis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6761"/>
            <a:ext cx="7704667" cy="333281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Faili</a:t>
            </a:r>
            <a:r>
              <a:rPr dirty="0"/>
              <a:t>:</a:t>
            </a:r>
            <a:endParaRPr lang="en-US" dirty="0"/>
          </a:p>
          <a:p>
            <a:r>
              <a:rPr dirty="0" err="1"/>
              <a:t>dashboard.php</a:t>
            </a:r>
            <a:endParaRPr dirty="0" err="1">
              <a:ea typeface="Calibri"/>
              <a:cs typeface="Calibri"/>
            </a:endParaRPr>
          </a:p>
          <a:p>
            <a:r>
              <a:rPr dirty="0" err="1"/>
              <a:t>search_users.php</a:t>
            </a:r>
            <a:endParaRPr dirty="0" err="1">
              <a:ea typeface="Calibri"/>
              <a:cs typeface="Calibri"/>
            </a:endParaRPr>
          </a:p>
          <a:p>
            <a:r>
              <a:rPr dirty="0" err="1"/>
              <a:t>delete_user.php</a:t>
            </a:r>
            <a:endParaRPr dirty="0" err="1">
              <a:ea typeface="Calibri"/>
              <a:cs typeface="Calibri"/>
            </a:endParaRPr>
          </a:p>
          <a:p>
            <a:r>
              <a:rPr lang="en-US" dirty="0" err="1"/>
              <a:t>rename</a:t>
            </a:r>
            <a:r>
              <a:rPr dirty="0" err="1"/>
              <a:t>_user.php</a:t>
            </a:r>
            <a:endParaRPr dirty="0" err="1">
              <a:ea typeface="Calibri"/>
              <a:cs typeface="Calibri"/>
            </a:endParaRPr>
          </a:p>
          <a:p>
            <a:r>
              <a:rPr dirty="0" err="1"/>
              <a:t>update_role.php</a:t>
            </a:r>
            <a:endParaRPr dirty="0" err="1">
              <a:ea typeface="Calibri"/>
              <a:cs typeface="Calibri"/>
            </a:endParaRPr>
          </a:p>
          <a:p>
            <a:endParaRPr/>
          </a:p>
          <a:p>
            <a:pPr marL="0" indent="0">
              <a:buNone/>
            </a:pPr>
            <a:r>
              <a:t>Administrators var:</a:t>
            </a:r>
            <a:endParaRPr>
              <a:ea typeface="Calibri"/>
              <a:cs typeface="Calibri"/>
            </a:endParaRPr>
          </a:p>
          <a:p>
            <a:r>
              <a:rPr dirty="0" err="1"/>
              <a:t>Meklēt</a:t>
            </a:r>
            <a:r>
              <a:rPr dirty="0"/>
              <a:t> </a:t>
            </a:r>
            <a:r>
              <a:rPr dirty="0" err="1"/>
              <a:t>lietotājus</a:t>
            </a:r>
            <a:endParaRPr dirty="0" err="1">
              <a:ea typeface="Calibri"/>
              <a:cs typeface="Calibri"/>
            </a:endParaRPr>
          </a:p>
          <a:p>
            <a:r>
              <a:rPr err="1"/>
              <a:t>Mainīt</a:t>
            </a:r>
            <a:r>
              <a:rPr dirty="0"/>
              <a:t> </a:t>
            </a:r>
            <a:r>
              <a:rPr err="1"/>
              <a:t>vārdus</a:t>
            </a:r>
            <a:endParaRPr>
              <a:ea typeface="Calibri"/>
              <a:cs typeface="Calibri"/>
            </a:endParaRPr>
          </a:p>
          <a:p>
            <a:r>
              <a:rPr dirty="0" err="1"/>
              <a:t>Dzēst</a:t>
            </a:r>
            <a:r>
              <a:rPr dirty="0"/>
              <a:t> </a:t>
            </a:r>
            <a:r>
              <a:rPr dirty="0" err="1"/>
              <a:t>lietotājus</a:t>
            </a:r>
            <a:endParaRPr dirty="0" err="1">
              <a:ea typeface="Calibri"/>
              <a:cs typeface="Calibri"/>
            </a:endParaRPr>
          </a:p>
          <a:p>
            <a:r>
              <a:rPr dirty="0" err="1"/>
              <a:t>Mainīt</a:t>
            </a:r>
            <a:r>
              <a:rPr dirty="0"/>
              <a:t> lomas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8E365-359F-4C3C-BA06-5AA0053B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992" y="3233397"/>
            <a:ext cx="3327852" cy="167581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8DEB1E-A992-39BC-980E-51DE7371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992" y="5093866"/>
            <a:ext cx="3327849" cy="16367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049" y="321734"/>
            <a:ext cx="830565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232267-112E-D63E-48EC-8DA1E4F4F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9946" y="1780248"/>
            <a:ext cx="6710154" cy="32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7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049" y="321734"/>
            <a:ext cx="830565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F9AC51-17FF-6ADF-B081-58A333E60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9946" y="1771861"/>
            <a:ext cx="6710154" cy="330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97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049" y="321734"/>
            <a:ext cx="830565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F833D3-9B97-9955-C0AB-124E422E1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9946" y="1780248"/>
            <a:ext cx="6710154" cy="32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9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434" y="-271082"/>
            <a:ext cx="7704667" cy="1981200"/>
          </a:xfrm>
        </p:spPr>
        <p:txBody>
          <a:bodyPr/>
          <a:lstStyle/>
          <a:p>
            <a:r>
              <a:t>13. Datu eksports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434" y="1645381"/>
            <a:ext cx="7704667" cy="333281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sz="2200" dirty="0" err="1"/>
              <a:t>Faili</a:t>
            </a:r>
            <a:r>
              <a:rPr sz="2200" dirty="0"/>
              <a:t>:</a:t>
            </a:r>
            <a:endParaRPr lang="en-US" sz="2200" dirty="0">
              <a:ea typeface="Calibri"/>
              <a:cs typeface="Calibri"/>
            </a:endParaRPr>
          </a:p>
          <a:p>
            <a:r>
              <a:rPr sz="2200" dirty="0" err="1"/>
              <a:t>export/export_class_participants.php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export/export_class_participants_pdf.php</a:t>
            </a:r>
            <a:endParaRPr sz="2200" dirty="0" err="1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 err="1"/>
              <a:t>Administratora eksports: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Excel (.xlsx)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PDF (</a:t>
            </a:r>
            <a:r>
              <a:rPr sz="2200" dirty="0" err="1"/>
              <a:t>dalībnieku</a:t>
            </a:r>
            <a:r>
              <a:rPr sz="2200" dirty="0"/>
              <a:t> </a:t>
            </a:r>
            <a:r>
              <a:rPr sz="2200" dirty="0" err="1"/>
              <a:t>saraksti</a:t>
            </a:r>
            <a:r>
              <a:rPr sz="2200" dirty="0"/>
              <a:t> un </a:t>
            </a:r>
            <a:r>
              <a:rPr sz="2200" dirty="0" err="1"/>
              <a:t>atskaites</a:t>
            </a:r>
            <a:r>
              <a:rPr sz="2200" dirty="0"/>
              <a:t>)</a:t>
            </a:r>
            <a:endParaRPr sz="2200" dirty="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sz="2200" dirty="0"/>
              <a:t>Ieguvumi: </a:t>
            </a:r>
            <a:r>
              <a:rPr sz="2200" dirty="0" err="1"/>
              <a:t>vienkārša</a:t>
            </a:r>
            <a:r>
              <a:rPr lang="en-US" sz="2200" dirty="0"/>
              <a:t> un </a:t>
            </a:r>
            <a:r>
              <a:rPr lang="en-US" sz="2200" dirty="0" err="1"/>
              <a:t>efektīva</a:t>
            </a:r>
            <a:r>
              <a:rPr lang="en-US" sz="2200" dirty="0"/>
              <a:t> datu </a:t>
            </a:r>
            <a:r>
              <a:rPr sz="2200" dirty="0" err="1"/>
              <a:t>pārnesamība</a:t>
            </a:r>
            <a:r>
              <a:rPr sz="2200" dirty="0"/>
              <a:t>.</a:t>
            </a:r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9D35B1-0ED5-4358-8CAE-A9E49412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EF6545-5A42-469E-8778-86CA01CD4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B08853F-842C-4D0A-9A89-D05CB3990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436FB18-2D01-4AAB-AD10-2D1208310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EFB8341-7A7B-46E4-AF94-689147AD0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4D84136-7804-4605-AC9F-238A3665E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EC6F81C-51C2-4A6F-8B94-562DA6736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049" y="321734"/>
            <a:ext cx="830565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A2ED04-84A4-A4F3-2114-24A8261C7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9946" y="1696372"/>
            <a:ext cx="6710154" cy="345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06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664" y="356051"/>
            <a:ext cx="7704667" cy="1981200"/>
          </a:xfrm>
        </p:spPr>
        <p:txBody>
          <a:bodyPr/>
          <a:lstStyle/>
          <a:p>
            <a:r>
              <a:t>14. Papildu funkcionalitāte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664" y="2444469"/>
            <a:ext cx="7704667" cy="33328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200" dirty="0" err="1"/>
              <a:t>profile.php</a:t>
            </a:r>
            <a:r>
              <a:rPr sz="2200" dirty="0"/>
              <a:t> – personas </a:t>
            </a:r>
            <a:r>
              <a:rPr sz="2200" dirty="0" err="1"/>
              <a:t>dati</a:t>
            </a:r>
            <a:r>
              <a:rPr sz="2200" dirty="0"/>
              <a:t> un </a:t>
            </a:r>
            <a:r>
              <a:rPr sz="2200" dirty="0" err="1"/>
              <a:t>maksājumu</a:t>
            </a:r>
            <a:r>
              <a:rPr sz="2200" dirty="0"/>
              <a:t> </a:t>
            </a:r>
            <a:r>
              <a:rPr sz="2200" dirty="0" err="1"/>
              <a:t>vēsture</a:t>
            </a:r>
            <a:endParaRPr lang="en-US" sz="2200" dirty="0" err="1">
              <a:ea typeface="Calibri"/>
              <a:cs typeface="Calibri"/>
            </a:endParaRPr>
          </a:p>
          <a:p>
            <a:r>
              <a:rPr sz="2200" dirty="0" err="1"/>
              <a:t>api</a:t>
            </a:r>
            <a:r>
              <a:rPr sz="2200" dirty="0"/>
              <a:t>/</a:t>
            </a:r>
            <a:r>
              <a:rPr sz="2200" dirty="0" err="1"/>
              <a:t>nav.php</a:t>
            </a:r>
            <a:r>
              <a:rPr sz="2200" dirty="0"/>
              <a:t> – </a:t>
            </a:r>
            <a:r>
              <a:rPr sz="2200" dirty="0" err="1"/>
              <a:t>dinamiska</a:t>
            </a:r>
            <a:r>
              <a:rPr sz="2200" dirty="0"/>
              <a:t> </a:t>
            </a:r>
            <a:r>
              <a:rPr sz="2200" dirty="0" err="1"/>
              <a:t>navigācija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membership_offer.php</a:t>
            </a:r>
            <a:r>
              <a:rPr sz="2200" dirty="0"/>
              <a:t> – </a:t>
            </a:r>
            <a:r>
              <a:rPr sz="2200" dirty="0" err="1"/>
              <a:t>abonementu</a:t>
            </a:r>
            <a:r>
              <a:rPr sz="2200" dirty="0"/>
              <a:t> </a:t>
            </a:r>
            <a:r>
              <a:rPr sz="2200" dirty="0" err="1"/>
              <a:t>izvēle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impressum.php</a:t>
            </a:r>
            <a:r>
              <a:rPr sz="2200" dirty="0"/>
              <a:t> – </a:t>
            </a:r>
            <a:r>
              <a:rPr sz="2200" dirty="0" err="1"/>
              <a:t>juridiskā</a:t>
            </a:r>
            <a:r>
              <a:rPr sz="2200" dirty="0"/>
              <a:t> </a:t>
            </a:r>
            <a:r>
              <a:rPr sz="2200" dirty="0" err="1"/>
              <a:t>informācija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privacy.php</a:t>
            </a:r>
            <a:r>
              <a:rPr sz="2200" dirty="0"/>
              <a:t> – </a:t>
            </a:r>
            <a:r>
              <a:rPr sz="2200" dirty="0" err="1"/>
              <a:t>privātuma</a:t>
            </a:r>
            <a:r>
              <a:rPr sz="2200" dirty="0"/>
              <a:t> </a:t>
            </a:r>
            <a:r>
              <a:rPr sz="2200" dirty="0" err="1"/>
              <a:t>politika</a:t>
            </a:r>
            <a:endParaRPr sz="2200" dirty="0" err="1">
              <a:ea typeface="Calibri"/>
              <a:cs typeface="Calibri"/>
            </a:endParaRPr>
          </a:p>
          <a:p>
            <a:r>
              <a:rPr sz="2200" dirty="0" err="1"/>
              <a:t>contacts.php</a:t>
            </a:r>
            <a:r>
              <a:rPr sz="2200" dirty="0"/>
              <a:t> – </a:t>
            </a:r>
            <a:r>
              <a:rPr sz="2200" dirty="0" err="1"/>
              <a:t>kontaktinformācija</a:t>
            </a:r>
            <a:endParaRPr sz="22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9" y="-584648"/>
            <a:ext cx="7704667" cy="1981200"/>
          </a:xfrm>
        </p:spPr>
        <p:txBody>
          <a:bodyPr/>
          <a:lstStyle/>
          <a:p>
            <a:r>
              <a:t>15. Secinājumi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88" y="886753"/>
            <a:ext cx="7704667" cy="33328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sz="2200" dirty="0" err="1"/>
              <a:t>Izstrādāta</a:t>
            </a:r>
            <a:r>
              <a:rPr sz="2200" dirty="0"/>
              <a:t> </a:t>
            </a:r>
            <a:r>
              <a:rPr sz="2200" dirty="0" err="1"/>
              <a:t>funkcionāla</a:t>
            </a:r>
            <a:r>
              <a:rPr sz="2200" dirty="0"/>
              <a:t> </a:t>
            </a:r>
            <a:r>
              <a:rPr sz="2200" dirty="0" err="1"/>
              <a:t>sporta</a:t>
            </a:r>
            <a:r>
              <a:rPr sz="2200" dirty="0"/>
              <a:t> </a:t>
            </a:r>
            <a:r>
              <a:rPr sz="2200" dirty="0" err="1"/>
              <a:t>zāles</a:t>
            </a:r>
            <a:r>
              <a:rPr sz="2200" dirty="0"/>
              <a:t> </a:t>
            </a:r>
            <a:r>
              <a:rPr sz="2200" dirty="0" err="1"/>
              <a:t>pārvaldības</a:t>
            </a:r>
            <a:r>
              <a:rPr sz="2200" dirty="0"/>
              <a:t> </a:t>
            </a:r>
            <a:r>
              <a:rPr sz="2200" dirty="0" err="1"/>
              <a:t>sistēma</a:t>
            </a:r>
            <a:r>
              <a:rPr sz="2200" dirty="0"/>
              <a:t> </a:t>
            </a:r>
            <a:r>
              <a:rPr sz="2200" dirty="0" err="1"/>
              <a:t>ar</a:t>
            </a:r>
            <a:r>
              <a:rPr sz="2200" dirty="0"/>
              <a:t>:</a:t>
            </a:r>
            <a:endParaRPr lang="en-US" sz="2200" dirty="0">
              <a:ea typeface="Calibri"/>
              <a:cs typeface="Calibri"/>
            </a:endParaRPr>
          </a:p>
          <a:p>
            <a:r>
              <a:rPr sz="2200" dirty="0"/>
              <a:t>✓ </a:t>
            </a:r>
            <a:r>
              <a:rPr sz="2200" dirty="0" err="1"/>
              <a:t>Drošu</a:t>
            </a:r>
            <a:r>
              <a:rPr sz="2200" dirty="0"/>
              <a:t> </a:t>
            </a:r>
            <a:r>
              <a:rPr sz="2200" dirty="0" err="1"/>
              <a:t>autentifikāciju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E-pasta </a:t>
            </a:r>
            <a:r>
              <a:rPr sz="2200" dirty="0" err="1"/>
              <a:t>verifikāciju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Paroles </a:t>
            </a:r>
            <a:r>
              <a:rPr sz="2200" dirty="0" err="1"/>
              <a:t>atjaunošanu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</a:t>
            </a:r>
            <a:r>
              <a:rPr sz="2200" dirty="0" err="1"/>
              <a:t>Daudzvalodu</a:t>
            </a:r>
            <a:r>
              <a:rPr sz="2200" dirty="0"/>
              <a:t> </a:t>
            </a:r>
            <a:r>
              <a:rPr sz="2200" dirty="0" err="1"/>
              <a:t>atbalstu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</a:t>
            </a:r>
            <a:r>
              <a:rPr sz="2200" dirty="0" err="1"/>
              <a:t>Nodarbību</a:t>
            </a:r>
            <a:r>
              <a:rPr sz="2200" dirty="0"/>
              <a:t> </a:t>
            </a:r>
            <a:r>
              <a:rPr sz="2200" dirty="0" err="1"/>
              <a:t>rezervāciju</a:t>
            </a:r>
            <a:r>
              <a:rPr sz="2200" dirty="0"/>
              <a:t> </a:t>
            </a:r>
            <a:r>
              <a:rPr sz="2200" dirty="0" err="1"/>
              <a:t>sistēmu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</a:t>
            </a:r>
            <a:r>
              <a:rPr sz="2200" dirty="0" err="1"/>
              <a:t>Administratora</a:t>
            </a:r>
            <a:r>
              <a:rPr sz="2200" dirty="0"/>
              <a:t> </a:t>
            </a:r>
            <a:r>
              <a:rPr sz="2200" dirty="0" err="1"/>
              <a:t>paneli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! SSE un Stripe vēl nav integrēti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Excel (.xlsx) un PDF eksportu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</a:t>
            </a:r>
            <a:r>
              <a:rPr sz="2200" dirty="0" err="1"/>
              <a:t>Lietotāju</a:t>
            </a:r>
            <a:r>
              <a:rPr sz="2200" dirty="0"/>
              <a:t> </a:t>
            </a:r>
            <a:r>
              <a:rPr sz="2200" dirty="0" err="1"/>
              <a:t>lomu</a:t>
            </a:r>
            <a:r>
              <a:rPr sz="2200" dirty="0"/>
              <a:t> </a:t>
            </a:r>
            <a:r>
              <a:rPr sz="2200" dirty="0" err="1"/>
              <a:t>pārvaldību</a:t>
            </a:r>
            <a:endParaRPr sz="2200" dirty="0">
              <a:ea typeface="Calibri"/>
              <a:cs typeface="Calibri"/>
            </a:endParaRPr>
          </a:p>
          <a:p>
            <a:r>
              <a:rPr sz="2200" dirty="0"/>
              <a:t>✓ CSRF un brute-force </a:t>
            </a:r>
            <a:r>
              <a:rPr sz="2200" dirty="0" err="1"/>
              <a:t>aizsardzību</a:t>
            </a:r>
            <a:endParaRPr sz="2200" dirty="0">
              <a:ea typeface="Calibri"/>
              <a:cs typeface="Calibri"/>
            </a:endParaRPr>
          </a:p>
          <a:p>
            <a:endParaRPr sz="22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7707-CF9D-8481-F7FF-1E32A4B6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Paldies</a:t>
            </a:r>
            <a:r>
              <a:rPr lang="en-US" dirty="0">
                <a:ea typeface="Calibri"/>
                <a:cs typeface="Calibri"/>
              </a:rPr>
              <a:t> par </a:t>
            </a:r>
            <a:r>
              <a:rPr lang="en-US" dirty="0" err="1">
                <a:ea typeface="Calibri"/>
                <a:cs typeface="Calibri"/>
              </a:rPr>
              <a:t>uzmanību</a:t>
            </a:r>
            <a:r>
              <a:rPr lang="en-US" dirty="0">
                <a:ea typeface="Calibri"/>
                <a:cs typeface="Calibri"/>
              </a:rPr>
              <a:t>!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5EFAD-F67B-694F-2893-FEC0B1D0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>
                <a:ea typeface="Calibri"/>
                <a:cs typeface="Calibri"/>
              </a:rPr>
              <a:t>:)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37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Parallax</vt:lpstr>
      <vt:lpstr>"MyGoToGYM"</vt:lpstr>
      <vt:lpstr>1. Projekta mērķis</vt:lpstr>
      <vt:lpstr>2. Sistēmas arhitektūra</vt:lpstr>
      <vt:lpstr>3. Maršrutēšanas sistēma</vt:lpstr>
      <vt:lpstr>4. Datu bāzes un konfigurācijas slānis</vt:lpstr>
      <vt:lpstr>5. Sistēmas drošība</vt:lpstr>
      <vt:lpstr>6. Daudzvalodu atbalsts</vt:lpstr>
      <vt:lpstr>7. Lietotāju autentifikācija</vt:lpstr>
      <vt:lpstr>7.1 Reģistrēšanas un e-pasta verifikācija</vt:lpstr>
      <vt:lpstr>7.2  Aizmirsi paroli?</vt:lpstr>
      <vt:lpstr>8. E-pasta verifikācija un paroles atjaunošana</vt:lpstr>
      <vt:lpstr>9. E-pastu serviss</vt:lpstr>
      <vt:lpstr>10. Nodarbību pārvaldība</vt:lpstr>
      <vt:lpstr>save_class.php, delete_class.php</vt:lpstr>
      <vt:lpstr>cancel_reservation.php, get_participants.php</vt:lpstr>
      <vt:lpstr>11. SSE galapunkts</vt:lpstr>
      <vt:lpstr>12. Administrācijas panelis</vt:lpstr>
      <vt:lpstr>PowerPoint Presentation</vt:lpstr>
      <vt:lpstr>PowerPoint Presentation</vt:lpstr>
      <vt:lpstr>PowerPoint Presentation</vt:lpstr>
      <vt:lpstr>13. Datu eksports</vt:lpstr>
      <vt:lpstr>PowerPoint Presentation</vt:lpstr>
      <vt:lpstr>14. Papildu funkcionalitāte</vt:lpstr>
      <vt:lpstr>15. Secinājumi</vt:lpstr>
      <vt:lpstr>Paldies par uzmanību!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240</cp:revision>
  <dcterms:created xsi:type="dcterms:W3CDTF">2013-01-27T09:14:16Z</dcterms:created>
  <dcterms:modified xsi:type="dcterms:W3CDTF">2026-10-16T12:15:25Z</dcterms:modified>
  <cp:category/>
</cp:coreProperties>
</file>